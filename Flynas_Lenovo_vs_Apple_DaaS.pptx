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5" r:id="rId13"/>
    <p:sldId id="314" r:id="rId22"/>
    <p:sldId id="306" r:id="rId14"/>
    <p:sldId id="315" r:id="rId23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8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9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3.xml"/><Relationship Id="rId23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Lenovo vs Apple: side by side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options for the new HQ endpoint service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577072" y="312724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vs</a:t>
            </a:r>
          </a:p>
        </p:txBody>
      </p:sp>
      <p:pic>
        <p:nvPicPr>
          <p:cNvPr id="229" name="Logo 229" descr="Apple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079992" y="2926080"/>
            <a:ext cx="777240" cy="777240"/>
          </a:xfrm>
          <a:prstGeom prst="rect">
            <a:avLst/>
          </a:prstGeom>
        </p:spPr>
      </p:pic>
      <p:pic>
        <p:nvPicPr>
          <p:cNvPr id="230" name="Logo Lenovo" descr="Lenovo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218688"/>
            <a:ext cx="1600200" cy="3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Lenovo vs Apple at a glance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offer the same service model; the difference is the platform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301752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(ThinkPad, Windows)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(Mac, via KSA partner)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Platform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Windows 11 Pro on Intel or AMD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macOS on Apple M5 or M5 Pro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Contract holder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KSA under TruScale DaaS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Authorised Enterprise Reseller (TBC)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Change for users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None: same OS, apps and device families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New OS; Windows-only apps need B.1 or Windows 365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Memory as quoted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on every laptop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24GB on every Mac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 kit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and two 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adapter, one 27" monitor; dock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touch Mac: B.1 tier or an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Failed drive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Keep Your Drive: drive stays with flynas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Built-in SSD: FileVault and remote wipe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Fleet buyback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Asset Recovery Services, direct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Partner trade-in and ITAD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Operations tablets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offered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iPads for flight deck, cabin, engineering, stations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Lenovo is the low-change option; Apple adds iPads and 24GB on every Mac, but needs app testing.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As written in each discussion deck. Lenovo is quoted at 32GB and two monitors, Apple at 24GB and one, so align specs before comparing price.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 by policy tier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Today’s fleet against each vendor’s 2026 proposal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1" cy="2779776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1828800"/>
                <a:gridCol w="2148840"/>
                <a:gridCol w="2514600"/>
                <a:gridCol w="2084831"/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Memory: Lenovo / 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13-14"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L14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13",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15-16"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L16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15",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Carbon Gen 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 *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Yoga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Mac: B.1 tier or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n/a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a separate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14"/16", M5 Pro or Max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 / shared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iMac 24", M4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TBC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ThinkStation P-series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All laptops 1TB SSD. Lenovo is quoted at 32GB for everyone; Apple at 24GB for everyone.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Apple Director to VP at 24GB is below the 32GB minimum in Appendix B.2. Lenovo tiers mapped to Appendix B.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Processors: Intel or AMD vs Apple silicon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are current-generation AI PC chips; the platform is the real choice</a:t>
            </a:r>
          </a:p>
        </p:txBody>
      </p:sp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Lenovo ThinkPad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Intel or AMD, same chip every tier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Intel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Core Ultra 7 356H, 16 cores, up to 4.7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AMD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Ryzen AI 7 PRO 350, 8 cores, up to 5.0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NPU up to 50 TOPS, Copilot+ PC class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Intel vPro or AMD PRO, Windows 11 Pro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Runs every current flynas app as today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Apple Mac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M5 for all tiers, M5 Pro for C-Level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CPU, MacBook Air and Pro, Officer to VP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Pro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CPU, MacBook Pro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Apple Business Manager with Intune or Jamf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Ask both vendors for pilot units so ITEUS can test our core apps on each platform before deciding.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Desk kit, support and lifecycle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Service terms side by side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88036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Two 24" or 27" per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One 27" Lenovo ThinkVision USB-C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Dock / adapter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at every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11-in-1; Lenovo dock for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Peripherals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Headset, keyboard and mouse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Magic Keyboard, Mouse or Trackpad, headset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Deployment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Factory image and Autopilot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Zero-touch via Apple Business Manager, Intune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Asset tracking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Device Intelligence, Service Connect,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ABM with Intune or Jamf, feeding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Support abroad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International Warranty; onsite or depot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AppleCare for Enterprise, Apple service network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IT training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Certification for in-house part swaps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certifications, Independent Repair Provider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Lifecycle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36 months, optional 4th year, buyout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Same, with Mac resale value lowering the rate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Same model from both: one per-seat fee, 36-month refresh, NIST 800-88 wipe certificates as NCA evidence.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Desk kit as written in each deck; the Lenovo two-monitor desk is above the Appendix B standard.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Strengths and watch-outs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each option is stronger, and what to plan for</a:t>
            </a:r>
          </a:p>
        </p:txBody>
      </p:sp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strengths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change for users or ITEUS. Touchscreen 2-in-1s, Keep Your Drive, and Lenovo buys back its own fleet directly.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strengths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24GB on every Mac. iPads for operations on the same contract. Mac resale value can lower the rate.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watch-outs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Quoted above policy (32GB for all, two monitors), which raises the price. No tablet offer. Some chassis Intel only.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watch-outs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365. No touch Mac, no drive retention. Contract via a reseller.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Decision points and next steps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flynas needs to settle before choosing</a:t>
            </a:r>
          </a:p>
        </p:txBody>
      </p:sp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decide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Platform: Windows, Mac, or mixed by role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Which Windows-only apps block a Mac move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Touch users: 2-in-1 laptop or iPad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an operations iPad program in scope?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drive retention required by policy?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Keep or drop Mac Studio for specialists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Both vendors quote the same spec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units of each for ITEUS app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Compare cost per seat at 36 and 48 months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Confirm onsite cover in KSA and stations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Recommendation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added seats too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like-for-like, per-seat prices from both vendors, so the choice is about platform and service.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